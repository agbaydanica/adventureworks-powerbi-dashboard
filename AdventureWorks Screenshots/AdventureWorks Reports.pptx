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0" autoAdjust="0"/>
    <p:restoredTop sz="86410" autoAdjust="0"/>
  </p:normalViewPr>
  <p:slideViewPr>
    <p:cSldViewPr snapToGrid="0" snapToObjects="1">
      <p:cViewPr varScale="1">
        <p:scale>
          <a:sx n="61" d="100"/>
          <a:sy n="61" d="100"/>
        </p:scale>
        <p:origin x="414" y="6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679ED9-E8E2-4812-8273-C7A2A39D12AA}" type="datetimeFigureOut">
              <a:rPr lang="en-CA" smtClean="0"/>
              <a:t>2025-11-02</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19ADC9-6F31-4D89-A58D-D4DFF1D4A8C4}" type="slidenum">
              <a:rPr lang="en-CA" smtClean="0"/>
              <a:t>‹#›</a:t>
            </a:fld>
            <a:endParaRPr lang="en-CA"/>
          </a:p>
        </p:txBody>
      </p:sp>
    </p:spTree>
    <p:extLst>
      <p:ext uri="{BB962C8B-B14F-4D97-AF65-F5344CB8AC3E}">
        <p14:creationId xmlns:p14="http://schemas.microsoft.com/office/powerpoint/2010/main" val="1690750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Left Nav Background</a:t>
            </a:r>
            <a:endParaRPr dirty="0"/>
          </a:p>
          <a:p>
            <a:r>
              <a:rPr b="0" dirty="0"/>
              <a:t>No alt text provided</a:t>
            </a:r>
            <a:endParaRPr dirty="0"/>
          </a:p>
          <a:p>
            <a:endParaRPr dirty="0"/>
          </a:p>
          <a:p>
            <a:r>
              <a:rPr b="1" dirty="0"/>
              <a:t>Revenue Trending</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Orders by Category</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AW Logo</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Monthly Returns</a:t>
            </a:r>
            <a:endParaRPr dirty="0"/>
          </a:p>
          <a:p>
            <a:r>
              <a:rPr b="0" dirty="0"/>
              <a:t>No alt text provided</a:t>
            </a:r>
            <a:endParaRPr dirty="0"/>
          </a:p>
          <a:p>
            <a:endParaRPr dirty="0"/>
          </a:p>
          <a:p>
            <a:r>
              <a:rPr b="1" dirty="0"/>
              <a:t>Monthly Revenue</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Monthly Orders</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textbox</a:t>
            </a:r>
            <a:endParaRPr dirty="0"/>
          </a:p>
          <a:p>
            <a:r>
              <a:rPr b="0" dirty="0"/>
              <a:t>No alt text provided</a:t>
            </a:r>
            <a:endParaRPr dirty="0"/>
          </a:p>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slicer</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map</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actionButton</a:t>
            </a:r>
            <a:endParaRPr dirty="0"/>
          </a:p>
          <a:p>
            <a:r>
              <a:rPr b="0" dirty="0"/>
              <a:t>No alt text provided</a:t>
            </a:r>
            <a:endParaRPr dirty="0"/>
          </a:p>
          <a:p>
            <a:endParaRPr dirty="0"/>
          </a:p>
          <a:p>
            <a:r>
              <a:rPr b="1" dirty="0"/>
              <a:t>Monthly Revenue vs Target</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Return Trending</a:t>
            </a:r>
            <a:endParaRPr dirty="0"/>
          </a:p>
          <a:p>
            <a:r>
              <a:rPr b="0" dirty="0"/>
              <a:t>No alt text provided</a:t>
            </a:r>
            <a:endParaRPr dirty="0"/>
          </a:p>
          <a:p>
            <a:endParaRPr dirty="0"/>
          </a:p>
          <a:p>
            <a:r>
              <a:rPr b="1" dirty="0"/>
              <a:t>Monthly Orders vs Target</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Profit Trending</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Monthly Profit vs Target</a:t>
            </a:r>
            <a:endParaRPr dirty="0"/>
          </a:p>
          <a:p>
            <a:r>
              <a:rPr b="0" dirty="0"/>
              <a:t>No alt text provided</a:t>
            </a:r>
            <a:endParaRPr dirty="0"/>
          </a:p>
          <a:p>
            <a:endParaRPr dirty="0"/>
          </a:p>
          <a:p>
            <a:r>
              <a:rPr b="1" dirty="0"/>
              <a:t>textbox</a:t>
            </a:r>
            <a:endParaRPr dirty="0"/>
          </a:p>
          <a:p>
            <a:r>
              <a:rPr b="0" dirty="0"/>
              <a:t>No alt text provided</a:t>
            </a:r>
            <a:endParaRPr dirty="0"/>
          </a:p>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Average Revenue per Customer</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Top 100 Customers</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Orders by Income Level</a:t>
            </a:r>
            <a:endParaRPr dirty="0"/>
          </a:p>
          <a:p>
            <a:r>
              <a:rPr b="0" dirty="0"/>
              <a:t>No alt text provided</a:t>
            </a:r>
            <a:endParaRPr dirty="0"/>
          </a:p>
          <a:p>
            <a:endParaRPr dirty="0"/>
          </a:p>
          <a:p>
            <a:r>
              <a:rPr b="1" dirty="0"/>
              <a:t>Orders by Occupation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shape</a:t>
            </a:r>
            <a:endParaRPr dirty="0"/>
          </a:p>
          <a:p>
            <a:r>
              <a:rPr b="0" dirty="0"/>
              <a:t>No alt text provided</a:t>
            </a:r>
            <a:endParaRPr dirty="0"/>
          </a:p>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decompositionTreeVisual</a:t>
            </a:r>
            <a:endParaRPr dirty="0"/>
          </a:p>
          <a:p>
            <a:r>
              <a:rPr b="0" dirty="0"/>
              <a:t>No alt text provided</a:t>
            </a:r>
            <a:endParaRPr dirty="0"/>
          </a:p>
          <a:p>
            <a:endParaRPr dirty="0"/>
          </a:p>
          <a:p>
            <a:r>
              <a:rPr b="1" dirty="0"/>
              <a:t>card</a:t>
            </a:r>
            <a:endParaRPr dirty="0"/>
          </a:p>
          <a:p>
            <a:r>
              <a:rPr b="0" dirty="0"/>
              <a:t>No alt text provided</a:t>
            </a:r>
            <a:endParaRPr dirty="0"/>
          </a:p>
          <a:p>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keyDriversVisual</a:t>
            </a:r>
            <a:endParaRPr dirty="0"/>
          </a:p>
          <a:p>
            <a:r>
              <a:rPr b="0" dirty="0"/>
              <a:t>No alt text provided</a:t>
            </a:r>
            <a:endParaRPr dirty="0"/>
          </a:p>
          <a:p>
            <a:endParaRPr dirty="0"/>
          </a:p>
          <a:p>
            <a:r>
              <a:rPr b="1" dirty="0"/>
              <a:t>keyDriversVisual</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p.powerbi.com/groups/me/reports/e22bde11-04b0-4a1d-bf99-e352d261f139?pbi_source=PowerPoint" TargetMode="External"/><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app.powerbi.com/groups/me/reports/e22bde11-04b0-4a1d-bf99-e352d261f139/?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hyperlink" Target="https://app.powerbi.com/groups/me/reports/e22bde11-04b0-4a1d-bf99-e352d261f139/?pbi_source=PowerPoint"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hyperlink" Target="https://app.powerbi.com/groups/me/reports/e22bde11-04b0-4a1d-bf99-e352d261f139/?pbi_source=PowerPoint"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hyperlink" Target="https://app.powerbi.com/groups/me/reports/e22bde11-04b0-4a1d-bf99-e352d261f139/?pbi_source=PowerPoint"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hyperlink" Target="https://app.powerbi.com/groups/me/reports/e22bde11-04b0-4a1d-bf99-e352d261f139/?pbi_source=PowerPoint" TargetMode="External"/><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hyperlink" Target="https://app.powerbi.com/groups/me/reports/e22bde11-04b0-4a1d-bf99-e352d261f139/?pbi_source=PowerPoint" TargetMode="External"/><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AdventureWorks Reports</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rId3"/>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11/2/2025 7:47:52 PM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11/2/2025 7:17:43 PM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actionButton ,Left Nav Background ,Revenue Trending ,shape ,actionButton ,shape ,Orders by Category ,card ,shape ,card ,actionButton ,pivotTable ,card ,actionButton ,AW Logo ,slicer ,card ,actionButton ,card ,shape ,Monthly Returns ,Monthly Revenue ,card ,shape ,slicer ,Monthly Orders ,actionButton ,actionButton ,textbox.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Exec Dashboard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slicer ,actionButton ,shape ,actionButton ,map ,actionButton ,actionButton.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Map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actionButton ,Monthly Revenue vs Target ,shape ,card ,actionButton ,actionButton ,Return Trending ,Monthly Orders vs Target ,slicer ,Profit Trending ,actionButton ,slicer ,actionButton ,Monthly Profit vs Target ,textbox.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Product Detail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Average Revenue per Customer ,actionButton ,card ,actionButton ,card ,slicer ,card ,slicer ,actionButton ,Top 100 Customers ,textbox ,textbox ,textbox ,shape ,card ,actionButton ,actionButton ,actionButton ,Orders by Income Level ,Orders by Occupation ,shape ,card ,shape.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Customer Detail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decompositionTreeVisual ,card.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Decomposition Trees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keyDriversVisual ,keyDriversVisual.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Key Influencers</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457</Words>
  <Application>Microsoft Office PowerPoint</Application>
  <PresentationFormat>Widescreen</PresentationFormat>
  <Paragraphs>243</Paragraphs>
  <Slides>7</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Calibri</vt:lpstr>
      <vt:lpstr>Calibri Light</vt:lpstr>
      <vt:lpstr>Segoe UI</vt:lpstr>
      <vt:lpstr>Segoe UI Light</vt:lpstr>
      <vt:lpstr>Segoe UI Semibold</vt:lpstr>
      <vt:lpstr>Custom Design</vt:lpstr>
      <vt:lpstr>AdventureWorks Reports</vt:lpstr>
      <vt:lpstr>Exec Dashboard</vt:lpstr>
      <vt:lpstr>Map</vt:lpstr>
      <vt:lpstr>Product Detail</vt:lpstr>
      <vt:lpstr>Customer Detail</vt:lpstr>
      <vt:lpstr>Decomposition Trees</vt:lpstr>
      <vt:lpstr>Key Influencers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Danica Sangalang Agbay</cp:lastModifiedBy>
  <cp:revision>4</cp:revision>
  <dcterms:created xsi:type="dcterms:W3CDTF">2016-09-04T11:54:55Z</dcterms:created>
  <dcterms:modified xsi:type="dcterms:W3CDTF">2025-11-02T19:49:01Z</dcterms:modified>
</cp:coreProperties>
</file>